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074920"/>
            <a:ext cx="4206240" cy="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Recommender System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article recommendations built for iPrint, a digital news and media platform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 —  Case Study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· Collaborative · ALS · Hybrid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iPrint needed to solve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0" cy="4572000"/>
          </a:xfrm>
          <a:prstGeom prst="roundRect">
            <a:avLst>
              <a:gd name="adj" fmla="val 12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iPrint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digital media platform delivering news, sports, health and finance content to a large user base.
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previously recommended only the most popular or similar articles — recommendations that were often irrelevant, and no new content was ever surfaced.
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led to declining engagement and a steady loss of users.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10 new articles to a user at the start of each 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3154680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31089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10 similar articles once a user opens an article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4114800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4069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removed or already-seen articles from recommendations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5074920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5029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modelling approaches, including hybrid models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modelling approaches, built and compared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were used: user interactions (views, likes, comments, saves, follows) and article details (title, description, language, country). Interaction type was converted into a 1–5 rating scale.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606040"/>
            <a:ext cx="457200" cy="54864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Filtering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74904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 article descriptions, matched using cosine similarity, to find articles with similar content.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3317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685032" y="2606040"/>
            <a:ext cx="457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85032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74904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 rating matrix, with similarity computed both between users and between articles.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3952" y="2606040"/>
            <a:ext cx="457200" cy="54864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3952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Matrix Factorization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374904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Least Squares model on a sparse user-item matrix using the implicit library.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6840" y="23317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9262872" y="2606040"/>
            <a:ext cx="457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62872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Models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374904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normalized scores from two models at a time — e.g. Item + Content, Item + ALS.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TOOLS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and technical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(Collaborative Filtering)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762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17627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8679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15.57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86791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(RMSE)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440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values on the test split indicate the model's predicted ratings were reasonably close to actual user behaviour.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395728"/>
            <a:ext cx="534924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and processing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962656"/>
            <a:ext cx="534924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529584"/>
            <a:ext cx="534924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NLTK, Gensim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145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 and TF-IDF similarity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096512"/>
            <a:ext cx="534924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712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split, pairwise distance, metrics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663440"/>
            <a:ext cx="534924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4279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matrix factorization model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business impact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146304" cy="146304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928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daily recommendations help surface new content and re-engage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60904"/>
            <a:ext cx="146304" cy="146304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514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Similar-article suggestions keep users reading longer within a single session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82696"/>
            <a:ext cx="146304" cy="146304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1363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 blends multiple signals, giving more reliable rankings than any single 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424160" cy="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720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Recommendation system design (content-based, collaborative, matrix factorization)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926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engineering from raw interaction logs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evaluation using MAE and RMSE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338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Building hybrid models by combining normalized model scores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github.com/phanisharma197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2026-09-23T19:40:54Z</dcterms:created>
  <dcterms:modified xsi:type="dcterms:W3CDTF">2026-09-23T19:40:54Z</dcterms:modified>
</cp:coreProperties>
</file>